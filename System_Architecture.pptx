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C8D8E8"/>
                </a:solidFill>
              </a:rPr>
              <a:t>Crop Recommendation System Using Machine Learning
(with Weather Integration &amp; Crop Disease Detection)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377440" cy="100584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User
(Farmer / Web Browser)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188720"/>
            <a:ext cx="4572000" cy="457200"/>
          </a:xfrm>
          <a:prstGeom prst="roundRect">
            <a:avLst/>
          </a:prstGeom>
          <a:solidFill>
            <a:srgbClr val="3C7A3E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Presentation Layer  —  HTML / CSS / JS (Jinja2 Templates)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783080"/>
            <a:ext cx="1005840" cy="640080"/>
          </a:xfrm>
          <a:prstGeom prst="roundRect">
            <a:avLst/>
          </a:prstGeom>
          <a:solidFill>
            <a:srgbClr val="5A8F5C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Login /
Signup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783080"/>
            <a:ext cx="1005840" cy="640080"/>
          </a:xfrm>
          <a:prstGeom prst="roundRect">
            <a:avLst/>
          </a:prstGeom>
          <a:solidFill>
            <a:srgbClr val="5A8F5C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1005840" cy="640080"/>
          </a:xfrm>
          <a:prstGeom prst="roundRect">
            <a:avLst/>
          </a:prstGeom>
          <a:solidFill>
            <a:srgbClr val="5A8F5C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Disease
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783080"/>
            <a:ext cx="1005840" cy="640080"/>
          </a:xfrm>
          <a:prstGeom prst="roundRect">
            <a:avLst/>
          </a:prstGeom>
          <a:solidFill>
            <a:srgbClr val="5A8F5C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History /
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834640"/>
            <a:ext cx="4572000" cy="45720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Application Layer  —  Flask (app.py)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429000"/>
            <a:ext cx="1005840" cy="68580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Auth &amp;
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3429000"/>
            <a:ext cx="1005840" cy="68580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Input
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29000"/>
            <a:ext cx="1005840" cy="68580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Weather
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429000"/>
            <a:ext cx="1005840" cy="68580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Prediction
Controller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4572000"/>
            <a:ext cx="4572000" cy="457200"/>
          </a:xfrm>
          <a:prstGeom prst="roundRect">
            <a:avLst/>
          </a:prstGeom>
          <a:solidFill>
            <a:srgbClr val="7A4A1E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ML / Model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5166360"/>
            <a:ext cx="2194560" cy="822960"/>
          </a:xfrm>
          <a:prstGeom prst="roundRect">
            <a:avLst/>
          </a:prstGeom>
          <a:solidFill>
            <a:srgbClr val="9A6A3E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Crop Recommendation
RandomForest + Scalers
(model.pkl, *.pkl)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5166360"/>
            <a:ext cx="2103120" cy="822960"/>
          </a:xfrm>
          <a:prstGeom prst="roundRect">
            <a:avLst/>
          </a:prstGeom>
          <a:solidFill>
            <a:srgbClr val="9A6A3E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Disease Detection CNN
EfficientNet (Keras)
crop_disease_model.keras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783080"/>
            <a:ext cx="2377440" cy="914400"/>
          </a:xfrm>
          <a:prstGeom prst="roundRect">
            <a:avLst/>
          </a:prstGeom>
          <a:solidFill>
            <a:srgbClr val="5A5A5A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SQLite DB
(users.db)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108960"/>
            <a:ext cx="2377440" cy="914400"/>
          </a:xfrm>
          <a:prstGeom prst="roundRect">
            <a:avLst/>
          </a:prstGeom>
          <a:solidFill>
            <a:srgbClr val="5A5A5A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Dataset
Crop_recommendation.csv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434840"/>
            <a:ext cx="2377440" cy="914400"/>
          </a:xfrm>
          <a:prstGeom prst="roundRect">
            <a:avLst/>
          </a:prstGeom>
          <a:solidFill>
            <a:srgbClr val="5A5A5A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Weather Data
(Kokan regions /
OpenWeather API)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5577840"/>
            <a:ext cx="2377440" cy="822960"/>
          </a:xfrm>
          <a:prstGeom prst="roundRect">
            <a:avLst/>
          </a:prstGeom>
          <a:solidFill>
            <a:srgbClr val="5A5A5A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File Storage
static/uploads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1874519"/>
            <a:ext cx="914400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514600"/>
            <a:ext cx="0" cy="32004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26480" y="4160520"/>
            <a:ext cx="0" cy="41148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3566160"/>
            <a:ext cx="822960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12480" y="3840480"/>
            <a:ext cx="822960" cy="91440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412480" y="2240280"/>
            <a:ext cx="822960" cy="82296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035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Deployment: Flask dev server (localhost)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Crop Recommendation —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17373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1. User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06040"/>
            <a:ext cx="1737360" cy="155448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N, P, K, temperature,
humidity, pH, rainfall,
region (Kokan)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3108960"/>
            <a:ext cx="210312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04872" y="2011680"/>
            <a:ext cx="17373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2606040"/>
            <a:ext cx="1737360" cy="155448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Range checks
&amp; type checks
in Flask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42231" y="3108960"/>
            <a:ext cx="210313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52544" y="2011680"/>
            <a:ext cx="17373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3. Preprocessing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606040"/>
            <a:ext cx="1737360" cy="155448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MinMaxScaler
+ StandardScaler
(minmaxscaler.pkl,
standscaler.pkl)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9904" y="3108960"/>
            <a:ext cx="210312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0216" y="2011680"/>
            <a:ext cx="17373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4. ML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2606040"/>
            <a:ext cx="1737360" cy="155448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RandomForest
Classifier
(model.pkl)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37575" y="3108960"/>
            <a:ext cx="210313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47888" y="2011680"/>
            <a:ext cx="17373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5. Post-processing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2606040"/>
            <a:ext cx="1737360" cy="155448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Map class -&gt; crop,
region preference
&amp; rule overrides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85248" y="3108960"/>
            <a:ext cx="210311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95559" y="2011680"/>
            <a:ext cx="17373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6.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59" y="2606040"/>
            <a:ext cx="1737360" cy="155448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Recommended crop
rendered on
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846320"/>
            <a:ext cx="5486400" cy="822960"/>
          </a:xfrm>
          <a:prstGeom prst="roundRect">
            <a:avLst/>
          </a:prstGeom>
          <a:solidFill>
            <a:srgbClr val="3C7A3E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Weather Service pre-fills temperature / humidity / rainfall
for the selected Kokan region (/get_weather/&lt;region&gt;)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3931920" y="4160520"/>
            <a:ext cx="2011680" cy="68580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Crop Disease Detection —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94560"/>
            <a:ext cx="1737360" cy="64008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1. Upload Leaf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80360"/>
            <a:ext cx="1737360" cy="164592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JPG / PNG via
disease.html form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3566160"/>
            <a:ext cx="210312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04872" y="2194560"/>
            <a:ext cx="1737360" cy="64008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2. Validation &amp; Save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2880360"/>
            <a:ext cx="1737360" cy="164592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Extension check,
secure_filename,
save to static/uploads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42231" y="3566160"/>
            <a:ext cx="210313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52544" y="2194560"/>
            <a:ext cx="1737360" cy="64008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3. Preprocessing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880360"/>
            <a:ext cx="1737360" cy="164592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Resize 224x224,
EfficientNet
preprocess_input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9904" y="3566160"/>
            <a:ext cx="210312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0216" y="2194560"/>
            <a:ext cx="1737360" cy="64008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4. CNN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2880360"/>
            <a:ext cx="1737360" cy="164592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Keras model
crop_disease_model.keras
-&gt; softmax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37575" y="3566160"/>
            <a:ext cx="210313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47888" y="2194560"/>
            <a:ext cx="1737360" cy="64008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5. Interpretation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2880360"/>
            <a:ext cx="1737360" cy="164592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argmax + confidence,
class_names.json,
DISEASE_INFO advice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85248" y="3566160"/>
            <a:ext cx="210311" cy="0"/>
          </a:xfrm>
          <a:prstGeom prst="line">
            <a:avLst/>
          </a:prstGeom>
          <a:ln w="22225">
            <a:solidFill>
              <a:srgbClr val="5A5A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95559" y="2194560"/>
            <a:ext cx="1737360" cy="64008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6.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59" y="2880360"/>
            <a:ext cx="1737360" cy="164592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22222"/>
                </a:solidFill>
              </a:rPr>
              <a:t>Crop, disease,
confidence % and
treatment advice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Technology Stack &amp; Key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45720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8321040" cy="45720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743200" cy="54864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8321040" cy="54864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22222"/>
                </a:solidFill>
              </a:rPr>
              <a:t>HTML5, CSS3, JavaScript, Jinja2 templates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78024"/>
            <a:ext cx="2743200" cy="54864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478024"/>
            <a:ext cx="8321040" cy="54864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22222"/>
                </a:solidFill>
              </a:rPr>
              <a:t>Python, Flask (routing, sessions, request handling)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81528"/>
            <a:ext cx="2743200" cy="54864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081528"/>
            <a:ext cx="8321040" cy="54864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22222"/>
                </a:solidFill>
              </a:rPr>
              <a:t>Flask session, SHA-256 password hashing, login_required decorator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85031"/>
            <a:ext cx="2743200" cy="54864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685031"/>
            <a:ext cx="8321040" cy="54864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22222"/>
                </a:solidFill>
              </a:rPr>
              <a:t>SQLite (users.db) — user 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88536"/>
            <a:ext cx="2743200" cy="54864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ML -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288536"/>
            <a:ext cx="8321040" cy="54864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22222"/>
                </a:solidFill>
              </a:rPr>
              <a:t>scikit-learn RandomForest, NumPy, Pandas, pickle scalers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2743200" cy="54864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ML - Disease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4892040"/>
            <a:ext cx="8321040" cy="54864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22222"/>
                </a:solidFill>
              </a:rPr>
              <a:t>TensorFlow / Keras EfficientNet CNN, Pillow (PIL)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95544"/>
            <a:ext cx="2743200" cy="54864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External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5495544"/>
            <a:ext cx="8321040" cy="54864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22222"/>
                </a:solidFill>
              </a:rPr>
              <a:t>OpenWeather API / built-in Kokan region weather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099048"/>
            <a:ext cx="2743200" cy="54864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Artifacts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6099048"/>
            <a:ext cx="8321040" cy="54864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22222"/>
                </a:solidFill>
              </a:rPr>
              <a:t>model.pkl, standscaler.pkl, minmaxscaler.pkl, crop_disease_model.keras, class_names.json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